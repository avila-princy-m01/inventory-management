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JetBrains Mono"/>
              </a:rPr>
              <a:t>PROBLEM STATEMENT 5 · INVENTORY CORRIDOR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111111"/>
                </a:solidFill>
                <a:latin typeface="Outfit"/>
              </a:rPr>
              <a:t>From Inbox Noise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111111"/>
                </a:solidFill>
                <a:latin typeface="Outfit"/>
              </a:rPr>
              <a:t>to Strategic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20624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11111"/>
                </a:solidFill>
                <a:latin typeface="Outfit"/>
              </a:rPr>
              <a:t>An autonomous, deterministic corridor-monitoring prototype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Team Cipher · Amity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THE PROBLEM WE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Outfit"/>
              </a:rPr>
              <a:t>76,440 alerts. 4,029 real stock-outs.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66666"/>
                </a:solidFill>
                <a:latin typeface="Outfit"/>
              </a:rPr>
              <a:t>That is 19 false alarms for every real event — a 5.27% precision rule.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47472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111111"/>
                </a:solidFill>
                <a:latin typeface="JetBrains Mono"/>
              </a:rPr>
              <a:t>76,440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NAIVE THRESHOLD ALERTS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19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111111"/>
                </a:solidFill>
                <a:latin typeface="JetBrains Mono"/>
              </a:rPr>
              <a:t>4,029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ACTUAL STOCK-OUT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8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61919"/>
                </a:solidFill>
                <a:latin typeface="JetBrains Mono"/>
              </a:rPr>
              <a:t>5.27%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PRECISION OF THE BREACH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Outfit"/>
              </a:rPr>
              <a:t>Detection is trivial. Prioritisation is the engineering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6600" b="1">
                <a:solidFill>
                  <a:srgbClr val="111111"/>
                </a:solidFill>
                <a:latin typeface="Outfit"/>
              </a:rPr>
              <a:t>76,440  →  15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66666"/>
                </a:solidFill>
                <a:latin typeface="JetBrains Mono"/>
              </a:rPr>
              <a:t>noise alerts                                   ranked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61188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11111"/>
                </a:solidFill>
                <a:latin typeface="Outfit"/>
              </a:rPr>
              <a:t>Every signal carries: root cause · exact recommended quantity · capital at risk · one-click GxP approval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215,280 operational SKU-weeks evaluated on every upload — nothing hardcoded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HOW IT WORKS — FIVE DETERMINISTIC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9047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399032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INGEST &amp; VALIDATE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Weekly extract; data quality surfaced, not absorbed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13432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7802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86584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PROJECT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52-week stock trajectory on the verified recursion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00984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374136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CLASSIFY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Breach type + severity, persistence gates, de-duplication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88536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5312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361688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DIAGNOSE &amp; DOSE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Root cause + exact recommended quantity at the lead-time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76088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34924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DELIVER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Ranked queue · email · Monday briefing · deck · GxP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WE DID NOT REPORT A KPI — WE DEFINED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Outfit"/>
              </a:rPr>
              <a:t>Corridor Health Index (CHI)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66666"/>
                </a:solidFill>
                <a:latin typeface="Outfit"/>
              </a:rPr>
              <a:t>One 0–100 leading measure of latent network stress — the Corridor Health KPI
the mentors confirmed does not yet exist in their reporting suite.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20040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STOCK-OUT PENALTY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projected inventory below the safety floor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07408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2569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UNCONFIRMED-SUPPLY RISK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trajectories resting on unconfirmed upstream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48656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66944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LEAD-TIME CLIFF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markets where recovery arrives too late to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Benchmark network: CHI 86.8 vs contractual OTIF 98.5 — leading vs lagging, recomputed on every upload.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MEASURED, NOT CLAIMED — GROUND TRUTH FROM THE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100.0%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OF STOCK-OUT SERIES WARNED IN ADVANCE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578 of 578 series had a breach BEFORE the stock-out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72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median 22 wks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OF WARNING, MEASURED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p25 12 weeks · 94.5% of events allow ≥2 weeks of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POST-HOC DETECTIONS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zero alerts raised after the fact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657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58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15.4% vs 11.56%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QUEUE HIT-RATE vs RANDOM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the queue's purpose is that most breaches never mature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Method notes ship inside the payload — every figure on screen traces to its definition.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6000" b="1">
                <a:solidFill>
                  <a:srgbClr val="F4F4F0"/>
                </a:solidFill>
                <a:latin typeface="Outfit"/>
              </a:rPr>
              <a:t>LIVE DEMO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F4F4F0"/>
                </a:solidFill>
                <a:latin typeface="Outfit"/>
              </a:rPr>
              <a:t>Judge's own workbook uploaded · every number recomputed · benchmark restored in one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470916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YOUR GUIDANCE, DELIVERED —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Top 10–20 critical SKUs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exactly 15, PRS-ranked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37944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Email channel with the week's top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84248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data-driven digest, zero hardcoded figures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96312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42616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Exact mitigation quantities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42616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corridor midpoint − projected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14-day lead time, overridable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00984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per-market settings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13048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59352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4wk overstock / 5wk understock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59352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configurable persistence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71416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Root-cause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17720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demand vs supply vs stale master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9784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76088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Human-in-the-loop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276088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system recommends · planner decides · overrides logged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88152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BUILT FOR A REGULATED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Outfit"/>
              </a:rPr>
              <a:t>Trust is a feature.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66666"/>
                </a:solidFill>
                <a:latin typeface="Outfit"/>
              </a:rPr>
              <a:t>Deterministic engine · zero-hallucination synthesis · 21 CFR Part 11 awareness.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06324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37 + 74 + 28 + 10 + 9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AUTOMATED TESTS, ALL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19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100%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DETERMINISTIC: SAME INPUT → SAME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58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PERSISTENT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GxP AUDIT LEDGER SURVIVES RELOADS &amp; RESTARTS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We audited our own alarm before a judge could: the naive rule's 100% recall is an algebraic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identity, so we publish precision, capture and warning horizon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Outfit"/>
              </a:rPr>
              <a:t>The filter your planners asked for,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E61919"/>
                </a:solidFill>
                <a:latin typeface="Outfit"/>
              </a:rPr>
              <a:t>with the receipts attached.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977639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Outfit"/>
              </a:rPr>
              <a:t>76,440 alerts in. 15 ranked, explained, signed-for signals out.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JetBrains Mono"/>
              </a:rPr>
              <a:t>Team Cipher · Amity University · Novo Nordisk GBS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